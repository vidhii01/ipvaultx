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IpVaultX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NFT-Based Intellectual Property Protection System for Digital Creators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2743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|  TypeScript  |  Web3  |  IPFS  |  Polygon  |  Solidity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931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07899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107899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Dependencies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64792"/>
            <a:ext cx="3931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7922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9222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&amp; Module Structure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3931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50545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50545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&amp; Route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3931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2186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1868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Hierarchy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04488"/>
            <a:ext cx="3931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931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93192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3931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07899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107899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&amp; Blockchain Integration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764792"/>
            <a:ext cx="3931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7922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79222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File Upload Flow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478024"/>
            <a:ext cx="3931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50545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250545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Interaction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191256"/>
            <a:ext cx="3931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2186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321868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&amp; Services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3904488"/>
            <a:ext cx="393192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3931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393192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Dependencies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023360" cy="1737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1737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70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 (Hooks-first)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5.x (strict mode)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(bundler / dev server)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 (SPA routing)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4023360" cy="1737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926080"/>
            <a:ext cx="64008" cy="1737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99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1012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3.x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component library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(animations)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(icons)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023360" cy="1737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64008" cy="1737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170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/ Blockchain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48132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v6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wagmi + viem hooks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SDK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WalletConnect v2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4023360" cy="1737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926080"/>
            <a:ext cx="64008" cy="1737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999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Backend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31012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via Pinata API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(HTTP client)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(server state)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(local dev chain)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&amp; Module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4023360" cy="374904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Home.tsx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Dashboard.tsx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MintNFT.tsx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Marketplace.tsx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LicenseManager.tsx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RoyaltyTracker.tsx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VerifyOwnership.tsx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ui/         (shadcn base)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layout/     (Navbar, Footer)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nft/        (NFT cards, viewer)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wallet/     (connect, status)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license/    (forms, modals)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hooks/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useWallet.ts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useIPFS.ts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useContract.ts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useRoyalty.ts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14300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ipfsService.ts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contractService.ts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apiService.ts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royaltyService.ts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walletSlice.ts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nftSlice.ts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licenseSlice.ts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hashUtils.ts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formatters.ts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validators.ts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nft.types.ts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license.types.ts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contract.types.ts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contracts.ts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chains.ts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&amp; Route Architecture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521208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Route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Page Component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Home.tsx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</a:rPr>
                        <a:t>Landing page — hero, platform intro, CTA to connect wallet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/dashboard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Dashboard.tsx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</a:rPr>
                        <a:t>Creator hub — owned NFTs, royalty summary, quick actions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MintNFT.tsx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</a:rPr>
                        <a:t>Upload file → hash → IPFS pin → mint NFT on Polygon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/marketplace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Marketplace.tsx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</a:rPr>
                        <a:t>Browse listed works, filter by type, buy / license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/license/:id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LicenseManager.tsx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</a:rPr>
                        <a:t>Configure personal / commercial / exclusive license terms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/royalties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RoyaltyTracker.tsx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</a:rPr>
                        <a:t>Real-time royalty earnings, secondary sale history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/verify/:id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VerifyOwnership.tsx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</a:rPr>
                        <a:t>Cryptographic proof of authorship — public verifier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Hierarchy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566160" y="1005840"/>
            <a:ext cx="201168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56616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App.tsx (Root)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0" cy="27432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737360"/>
            <a:ext cx="621792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737360"/>
            <a:ext cx="0" cy="18288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1645920" cy="77724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202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AppProviders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(Wagmi, QueryClient,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WalletConnect)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0" y="1737360"/>
            <a:ext cx="0" cy="18288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920240"/>
            <a:ext cx="1645920" cy="77724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9202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RouterLayout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Router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wrapper)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0" y="1737360"/>
            <a:ext cx="0" cy="18288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920240"/>
            <a:ext cx="1645920" cy="77724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9202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GlobalStore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(Zustand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Components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280160" cy="45720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84248" y="3200400"/>
            <a:ext cx="1280160" cy="45720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84248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19856" y="3200400"/>
            <a:ext cx="1280160" cy="45720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WalletConnectBtn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55464" y="3200400"/>
            <a:ext cx="1280160" cy="45720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NotificationToast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91072" y="3200400"/>
            <a:ext cx="1280160" cy="45720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LoadingOverlay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26680" y="3200400"/>
            <a:ext cx="1280160" cy="45720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Feature-Specific Components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1280160" cy="457200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NFTCard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984248" y="4114800"/>
            <a:ext cx="1280160" cy="457200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84248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MintForm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19856" y="4114800"/>
            <a:ext cx="1280160" cy="457200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9856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LicenseModal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55464" y="4114800"/>
            <a:ext cx="1280160" cy="457200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5464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RoyaltyChart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91072" y="4114800"/>
            <a:ext cx="1280160" cy="457200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OwnershipProof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26680" y="4114800"/>
            <a:ext cx="1280160" cy="457200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FileUploader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 (Zustand / Redux Toolkit)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9047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walletSlice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1490472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chainId, isConnected, balance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3931920" cy="54864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12264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nftSlice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0" y="2112264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ownedNFTs, selectedNFT, mintStatus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706624"/>
            <a:ext cx="39319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34056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licenseSlice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03120" y="2734056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activeLicenses, pendingTx, terms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3931920" cy="54864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55848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marketSlice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3120" y="3355848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listings, filters, pagination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950208"/>
            <a:ext cx="39319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77640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royaltySlice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3977640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totalEarned, history, pendingPayout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393192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Cache State  (React Query)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39319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49047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['nfts', address]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0" y="1490472"/>
            <a:ext cx="1508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NFTs by wallet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084832"/>
            <a:ext cx="3931920" cy="54864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1226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['nft', tokenId]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0" y="2112264"/>
            <a:ext cx="1508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NFT metadata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706624"/>
            <a:ext cx="39319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73405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['licenses', nftId]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40880" y="2734056"/>
            <a:ext cx="1508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 for an NFT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328416"/>
            <a:ext cx="3931920" cy="54864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355848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['royalties', address]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40880" y="3355848"/>
            <a:ext cx="1508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earning history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950208"/>
            <a:ext cx="39319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7764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['market', filters]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40880" y="3977640"/>
            <a:ext cx="1508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listings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&amp; Blockchain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Connection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234440" cy="73152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'Connect Wallet'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1783080"/>
            <a:ext cx="210312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7672" y="1417320"/>
            <a:ext cx="1234440" cy="73152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47672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WalletConnect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prompt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82112" y="1783080"/>
            <a:ext cx="210312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2424" y="1417320"/>
            <a:ext cx="1234440" cy="73152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2424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signs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msg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1783080"/>
            <a:ext cx="210312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37176" y="1417320"/>
            <a:ext cx="1234440" cy="73152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37176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wagmi stores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+ chainId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783080"/>
            <a:ext cx="210312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1928" y="1417320"/>
            <a:ext cx="1234440" cy="73152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81928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checks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network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16368" y="1783080"/>
            <a:ext cx="210312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26680" y="1417320"/>
            <a:ext cx="1234440" cy="73152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26680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331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useWallet.ts  — Custom Hook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697480"/>
            <a:ext cx="4023360" cy="21031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761488"/>
            <a:ext cx="3749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useWallet =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address, isConnected }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useAccount();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chain } = useNetwork();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connect } = useConnect({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connector: new MetaMaskConnector()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disconnect } = useDisconnect();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address, isConnected,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chain, connect, disconnect 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Config  (config/chains.ts)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697480"/>
            <a:ext cx="3931920" cy="21031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761488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SUPPORTED_CHAINS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polygon: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chainId: 137,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'Polygon Mainnet',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rpc: process.env.POLYGON_RPC,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contracts: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ipVaultNFT: '0x...',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licenseManager: '0x...',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royaltyDistributor: '0x...',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File Upload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468880" cy="155448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247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124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Uploads 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FileUploader.tsx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accepts image/audio/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video/document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1828800"/>
            <a:ext cx="338328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4408" y="1051560"/>
            <a:ext cx="2468880" cy="155448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64408" y="11247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75888" y="1124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74136" y="15544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hashUtils.ts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H(content)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SHA-256(file)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33288" y="1828800"/>
            <a:ext cx="338328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1051560"/>
            <a:ext cx="2468880" cy="155448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71616" y="11247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3096" y="1124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1344" y="15544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blockchain: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already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minted?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468880" cy="155448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9992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29992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to IPFS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4290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ipfsService.ts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Pinata.pinFile()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CID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3703320"/>
            <a:ext cx="338328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64408" y="2926080"/>
            <a:ext cx="2468880" cy="155448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64408" y="29992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75888" y="29992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Metadata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74136" y="34290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name, creator,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timestamp, cid,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hash, license 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33288" y="3703320"/>
            <a:ext cx="338328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71616" y="2926080"/>
            <a:ext cx="2468880" cy="155448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71616" y="29992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83096" y="29992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Metadata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81344" y="34290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Pinata.pinJSON()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metadata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IPFS URI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ipfsService.ts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Interaction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651760" cy="379476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05840"/>
            <a:ext cx="265176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IpVaultNFT.sol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ownership registry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mintNFT(metadataURI, contentHash)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359152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59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transferNFT(to, tokenId)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798064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980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getOwner(tokenId)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3236976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369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verifyHash(tokenId, hash)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703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useContract.ts → useContractWrite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1005840"/>
            <a:ext cx="2651760" cy="379476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83280" y="1005840"/>
            <a:ext cx="265176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LicenseManager.sol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12984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licensing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1600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0" y="1920240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buyLicense(tokenId, type)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9152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359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setLicenseTerms(tokenId, terms)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0" y="2798064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7980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revokeLicense(licenseId)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0" y="3236976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2369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checkLicense(buyer, tokenId)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0" y="3703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useLicense.ts → useContractWrite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63640" y="1005840"/>
            <a:ext cx="2651760" cy="379476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63640" y="1005840"/>
            <a:ext cx="265176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RoyaltyDistributor.sol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12984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royalty splits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55080" y="1600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55080" y="1920240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distributeRoyalty(tokenId)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55080" y="2359152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359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setRoyaltyRate(tokenId, bps)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55080" y="2798064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7980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withdrawEarnings()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55080" y="3236976"/>
            <a:ext cx="2468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2369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getRoyaltyInfo(tokenId)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55080" y="3703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useRoyalty.ts → useContractRead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&amp; Services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229600" cy="585216"/>
          </a:xfrm>
          <a:prstGeom prst="rect">
            <a:avLst/>
          </a:prstGeom>
          <a:solidFill>
            <a:srgbClr val="F8F8F8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4241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contractService.ts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0" y="1042416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ethers.js contract calls — mint, license, royalty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52160" y="104241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mintNFT(), buyLicense(), distributeRoyalty(), getOwner()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8229600" cy="585216"/>
          </a:xfrm>
          <a:prstGeom prst="rect">
            <a:avLst/>
          </a:prstGeom>
          <a:solidFill>
            <a:srgbClr val="F0F0F0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0078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ipfsService.ts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70078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Pinata API wrapper — pin files and metadata JSON to IPFS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52160" y="1700784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pinFile(file), pinJSON(metadata), getContent(cid)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8229600" cy="585216"/>
          </a:xfrm>
          <a:prstGeom prst="rect">
            <a:avLst/>
          </a:prstGeom>
          <a:solidFill>
            <a:srgbClr val="F8F8F8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591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apiService.ts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2359152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instance — backend REST endpoints (off-chain data)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52160" y="235915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getNFTsByOwner(), getLicenses(), getTransactionHistory()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8229600" cy="585216"/>
          </a:xfrm>
          <a:prstGeom prst="rect">
            <a:avLst/>
          </a:prstGeom>
          <a:solidFill>
            <a:srgbClr val="F0F0F0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royaltyService.ts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3017520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calculation &amp; distribution monitoring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52160" y="3017520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getRoyaltyBalance(), withdrawEarnings(), getHistory()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639312"/>
            <a:ext cx="8229600" cy="585216"/>
          </a:xfrm>
          <a:prstGeom prst="rect">
            <a:avLst/>
          </a:prstGeom>
          <a:solidFill>
            <a:srgbClr val="F8F8F8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758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hashService.ts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367588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file hashing &amp; duplicate detection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52160" y="3675888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hashFile(file), checkDuplicate(hash), verifyHash(tokenId)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8229600" cy="585216"/>
          </a:xfrm>
          <a:prstGeom prst="rect">
            <a:avLst/>
          </a:prstGeom>
          <a:solidFill>
            <a:srgbClr val="F0F0F0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3425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walletService.ts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4334256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utilities — signature, authentication, ENS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52160" y="433425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signMessage(), verifySignature(), resolveENS(address)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9144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File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9144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9144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— NFT Minting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737360" cy="457200"/>
          </a:xfrm>
          <a:prstGeom prst="rect">
            <a:avLst/>
          </a:prstGeom>
          <a:solidFill>
            <a:srgbClr val="222222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(UI)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194560" y="1234440"/>
            <a:ext cx="274320" cy="0"/>
          </a:xfrm>
          <a:prstGeom prst="line">
            <a:avLst/>
          </a:prstGeom>
          <a:noFill/>
          <a:ln w="1651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1005840"/>
            <a:ext cx="411480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file → clicks 'Mint NFT'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6656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Component: MintNFT.tsx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25880" y="1463040"/>
            <a:ext cx="0" cy="9144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54480"/>
            <a:ext cx="17373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54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hashService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94560" y="1783080"/>
            <a:ext cx="274320" cy="0"/>
          </a:xfrm>
          <a:prstGeom prst="line">
            <a:avLst/>
          </a:prstGeom>
          <a:noFill/>
          <a:ln w="16510">
            <a:solidFill>
              <a:srgbClr val="44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554480"/>
            <a:ext cx="411480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SHA-256(file) → duplicate check on-chain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25880" y="2011680"/>
            <a:ext cx="0" cy="9144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03120"/>
            <a:ext cx="17373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ipfsService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94560" y="2331720"/>
            <a:ext cx="274320" cy="0"/>
          </a:xfrm>
          <a:prstGeom prst="line">
            <a:avLst/>
          </a:prstGeom>
          <a:noFill/>
          <a:ln w="1651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2103120"/>
            <a:ext cx="411480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file → get CID → Pin metadata JSON → get metadata URI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6656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/ Pinata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25880" y="2560320"/>
            <a:ext cx="0" cy="9144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51760"/>
            <a:ext cx="17373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contractService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94560" y="2880360"/>
            <a:ext cx="274320" cy="0"/>
          </a:xfrm>
          <a:prstGeom prst="line">
            <a:avLst/>
          </a:prstGeom>
          <a:noFill/>
          <a:ln w="16510">
            <a:solidFill>
              <a:srgbClr val="44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2651760"/>
            <a:ext cx="411480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mintNFT(metadataURI, contentHash) → send tx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+ Solidity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325880" y="3108960"/>
            <a:ext cx="0" cy="9144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200400"/>
            <a:ext cx="17373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Network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94560" y="3429000"/>
            <a:ext cx="274320" cy="0"/>
          </a:xfrm>
          <a:prstGeom prst="line">
            <a:avLst/>
          </a:prstGeom>
          <a:noFill/>
          <a:ln w="16510">
            <a:solidFill>
              <a:srgbClr val="44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14600" y="3200400"/>
            <a:ext cx="411480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tx → emit NFTMinted event → update state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6656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Layer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325880" y="3657600"/>
            <a:ext cx="0" cy="9144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749040"/>
            <a:ext cx="17373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749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194560" y="3977640"/>
            <a:ext cx="274320" cy="0"/>
          </a:xfrm>
          <a:prstGeom prst="line">
            <a:avLst/>
          </a:prstGeom>
          <a:noFill/>
          <a:ln w="16510">
            <a:solidFill>
              <a:srgbClr val="4444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14600" y="3749040"/>
            <a:ext cx="411480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6040" y="3749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Invalidate ['nfts', address] → refetch owned NFTs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6656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25880" y="4206240"/>
            <a:ext cx="0" cy="9144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297680"/>
            <a:ext cx="1737360" cy="457200"/>
          </a:xfrm>
          <a:prstGeom prst="rect">
            <a:avLst/>
          </a:prstGeom>
          <a:solidFill>
            <a:srgbClr val="222222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94560" y="4526280"/>
            <a:ext cx="274320" cy="0"/>
          </a:xfrm>
          <a:prstGeom prst="line">
            <a:avLst/>
          </a:prstGeom>
          <a:noFill/>
          <a:ln w="16510">
            <a:solidFill>
              <a:srgbClr val="4444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14600" y="4297680"/>
            <a:ext cx="411480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06040" y="4297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card appears → royalty config prompt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76656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Component: Dashboard.tsx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Performance Considerations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44168"/>
            <a:ext cx="393192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keys never stored in frontend — all signing done in wallet extension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9476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hashes verified on-chain before any transaction proceeds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4780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address validated against config before each call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0083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WalletConnect v2 with session management &amp; request signing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5387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CIDs are deterministic — tampering changes the CID, breaking verification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Anti-double-minting: contract rejects if hash already registered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344168"/>
            <a:ext cx="393192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173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Query: 5-min stale time for NFT data, instant mutation updates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9476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of page components with React.lazy() + Suspense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4780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content cached via service worker for repeat asset loads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30083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PoS chosen for low gas cost (~$0.001) and 2-3s block time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35387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marketplace queries — infinite scroll with useInfiniteQuery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40690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Memoized NFT card renders with React.memo to avoid re-renders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 (6-Month Evaluation)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2560320" cy="1463040"/>
          </a:xfrm>
          <a:prstGeom prst="rect">
            <a:avLst/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9,655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Registrations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560320" cy="1463040"/>
          </a:xfrm>
          <a:prstGeom prst="rect">
            <a:avLst/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325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Distribution Efficiency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097280"/>
            <a:ext cx="2560320" cy="1463040"/>
          </a:xfrm>
          <a:prstGeom prst="rect">
            <a:avLst/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325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6364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Verification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2560320" cy="1463040"/>
          </a:xfrm>
          <a:prstGeom prst="rect">
            <a:avLst/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46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Registration Cost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3017520"/>
            <a:ext cx="2560320" cy="1463040"/>
          </a:xfrm>
          <a:prstGeom prst="rect">
            <a:avLst/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246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383280" y="3931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per NFT Registration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3017520"/>
            <a:ext cx="2560320" cy="1463040"/>
          </a:xfrm>
          <a:prstGeom prst="rect">
            <a:avLst/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246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$1.24M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263640" y="3931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Volume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IpVaultX - Frontend Architecture</dc:title>
  <dc:subject>PptxGenJS Presentation</dc:subject>
  <dc:creator>PptxGenJS</dc:creator>
  <cp:lastModifiedBy>PptxGenJS</cp:lastModifiedBy>
  <cp:revision>1</cp:revision>
  <dcterms:created xsi:type="dcterms:W3CDTF">2026-02-19T11:37:40Z</dcterms:created>
  <dcterms:modified xsi:type="dcterms:W3CDTF">2026-02-19T11:37:40Z</dcterms:modified>
</cp:coreProperties>
</file>